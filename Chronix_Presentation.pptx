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0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49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0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89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2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3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9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5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6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503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6665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59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1413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32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988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72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752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0431" y="457200"/>
            <a:ext cx="84831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rPr sz="2800" dirty="0" err="1"/>
              <a:t>Chronix</a:t>
            </a:r>
            <a:r>
              <a:rPr sz="2800" dirty="0"/>
              <a:t>: AI-Powered Predictive Maintenance for PCs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0431" y="1671340"/>
            <a:ext cx="824622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Turning everyday computers into self-aware, self-healing machines.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Problem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Industrial-level monitoring is too costly for consumer PCs.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PCs operate in stable, clean environments with lower risks.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Failures cause inconvenience, not catastrophic loss.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Existing Predictive Maintenance in PCs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HDDs: S.M.A.R.T. tracks read/write health.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Operating System: Reports crashes and anomalies.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Cooling System: Monitors CPU/GPU temperature.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Battery: Predicts wear using charge cycles.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Performance Tools: Show CPU/RAM usage trends.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Limitations of Current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Work separately – no unified 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Warn after issue occurs, not before.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No ML-based learning across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Need technical knowledge to interpret alerts.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No automated fixes or advice.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What Chronix Offers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Centralized dashboard for all 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AI + ML forecast failures before they happen.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Real-time alerts with recommendations.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Self-learning model for continuous improvement.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Completely software-based – no hardware sensors.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Advantages of Chronix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Extends PC lifespan and reliability.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Prevents crashes and data loss.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Improves thermal and performance efficiency.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Saves repair and replacement costs.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Enhances user awareness of system health.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Disadvantages /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Needs initial data for training.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Minor background CPU/RAM usage.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Privacy protection required for user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Accuracy improves with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How Chronix Helps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Gamers – prevents overheating and lag.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Students – keeps laptops stable longer.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Professionals – avoids downtime at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Businesses – predicts failures in office PCs.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Everyone – smart, automatic maintenance.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Chronix turns ordinary PCs into intelligent systems capable of early failure prediction.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567411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• Pred</a:t>
            </a:r>
            <a:r>
              <a:rPr lang="en-US" dirty="0"/>
              <a:t>i</a:t>
            </a:r>
            <a:r>
              <a:rPr dirty="0"/>
              <a:t>ctive, affordable, </a:t>
            </a:r>
            <a:r>
              <a:rPr lang="en-IN" dirty="0"/>
              <a:t>a</a:t>
            </a:r>
            <a:r>
              <a:rPr dirty="0" err="1"/>
              <a:t>nd</a:t>
            </a:r>
            <a:r>
              <a:rPr dirty="0"/>
              <a:t> accessible for everyone.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000000"/>
      </a:accent1>
      <a:accent2>
        <a:srgbClr val="54A021"/>
      </a:accent2>
      <a:accent3>
        <a:srgbClr val="000000"/>
      </a:accent3>
      <a:accent4>
        <a:srgbClr val="E76618"/>
      </a:accent4>
      <a:accent5>
        <a:srgbClr val="161E21"/>
      </a:accent5>
      <a:accent6>
        <a:srgbClr val="000000"/>
      </a:accent6>
      <a:hlink>
        <a:srgbClr val="99CA3C"/>
      </a:hlink>
      <a:folHlink>
        <a:srgbClr val="B9D181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op 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</TotalTime>
  <Words>341</Words>
  <Application>Microsoft Office PowerPoint</Application>
  <PresentationFormat>On-screen Show (4:3)</PresentationFormat>
  <Paragraphs>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Consolas</vt:lpstr>
      <vt:lpstr>Verdana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Venkateswaran Periyasamy</cp:lastModifiedBy>
  <cp:revision>2</cp:revision>
  <dcterms:created xsi:type="dcterms:W3CDTF">2013-01-27T09:14:16Z</dcterms:created>
  <dcterms:modified xsi:type="dcterms:W3CDTF">2025-10-27T12:10:53Z</dcterms:modified>
  <cp:category/>
</cp:coreProperties>
</file>